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5" r:id="rId6"/>
    <p:sldId id="266" r:id="rId7"/>
    <p:sldId id="263" r:id="rId8"/>
    <p:sldId id="267" r:id="rId9"/>
    <p:sldId id="268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3KMyGltvbrsg2zI4niRwYz7At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6"/>
    <p:restoredTop sz="94623"/>
  </p:normalViewPr>
  <p:slideViewPr>
    <p:cSldViewPr snapToGrid="0">
      <p:cViewPr varScale="1">
        <p:scale>
          <a:sx n="73" d="100"/>
          <a:sy n="73" d="100"/>
        </p:scale>
        <p:origin x="232" y="10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8F628475-AB8F-57F1-E9DC-5E4219FE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>
            <a:extLst>
              <a:ext uri="{FF2B5EF4-FFF2-40B4-BE49-F238E27FC236}">
                <a16:creationId xmlns:a16="http://schemas.microsoft.com/office/drawing/2014/main" id="{C27839DE-060B-E97F-5B1F-8668335BD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6:notes">
            <a:extLst>
              <a:ext uri="{FF2B5EF4-FFF2-40B4-BE49-F238E27FC236}">
                <a16:creationId xmlns:a16="http://schemas.microsoft.com/office/drawing/2014/main" id="{84FC31B8-5B56-C446-01F4-33A7FA23C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5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CBF6134E-A8EE-6533-A41C-A694320F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>
            <a:extLst>
              <a:ext uri="{FF2B5EF4-FFF2-40B4-BE49-F238E27FC236}">
                <a16:creationId xmlns:a16="http://schemas.microsoft.com/office/drawing/2014/main" id="{91158E4C-DFAA-1DA0-4F2C-1BDBD2792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6:notes">
            <a:extLst>
              <a:ext uri="{FF2B5EF4-FFF2-40B4-BE49-F238E27FC236}">
                <a16:creationId xmlns:a16="http://schemas.microsoft.com/office/drawing/2014/main" id="{066F8FE7-F9AC-08A9-F4BA-C55111086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97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28B975EC-7FAB-F0FA-EC88-6C45D73A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>
            <a:extLst>
              <a:ext uri="{FF2B5EF4-FFF2-40B4-BE49-F238E27FC236}">
                <a16:creationId xmlns:a16="http://schemas.microsoft.com/office/drawing/2014/main" id="{42EF093A-439B-B887-580C-ED94C60DD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122A7D98-FA30-61B8-4239-1715E2B12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16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32B948B4-5776-334A-A830-0B35592B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>
            <a:extLst>
              <a:ext uri="{FF2B5EF4-FFF2-40B4-BE49-F238E27FC236}">
                <a16:creationId xmlns:a16="http://schemas.microsoft.com/office/drawing/2014/main" id="{6DA1AF84-9861-5F47-04EE-A03C8E6F6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89D330AC-B976-5382-A295-DA8B63859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0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340178" y="0"/>
            <a:ext cx="10287000" cy="10268296"/>
            <a:chOff x="0" y="0"/>
            <a:chExt cx="13716000" cy="13691062"/>
          </a:xfrm>
        </p:grpSpPr>
        <p:sp>
          <p:nvSpPr>
            <p:cNvPr id="85" name="Google Shape;85;p1"/>
            <p:cNvSpPr/>
            <p:nvPr/>
          </p:nvSpPr>
          <p:spPr>
            <a:xfrm>
              <a:off x="0" y="6858000"/>
              <a:ext cx="13716000" cy="6833062"/>
            </a:xfrm>
            <a:custGeom>
              <a:avLst/>
              <a:gdLst/>
              <a:ahLst/>
              <a:cxnLst/>
              <a:rect l="l" t="t" r="r" b="b"/>
              <a:pathLst>
                <a:path w="13716000" h="6833062" extrusionOk="0">
                  <a:moveTo>
                    <a:pt x="13716000" y="6833062"/>
                  </a:moveTo>
                  <a:lnTo>
                    <a:pt x="0" y="6833062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6833062"/>
                  </a:lnTo>
                  <a:close/>
                </a:path>
              </a:pathLst>
            </a:custGeom>
            <a:blipFill rotWithShape="1">
              <a:blip r:embed="rId3">
                <a:alphaModFix amt="19999"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0" y="0"/>
              <a:ext cx="13716000" cy="6833062"/>
            </a:xfrm>
            <a:custGeom>
              <a:avLst/>
              <a:gdLst/>
              <a:ahLst/>
              <a:cxnLst/>
              <a:rect l="l" t="t" r="r" b="b"/>
              <a:pathLst>
                <a:path w="13716000" h="6833062" extrusionOk="0">
                  <a:moveTo>
                    <a:pt x="13716000" y="6833062"/>
                  </a:moveTo>
                  <a:lnTo>
                    <a:pt x="0" y="6833062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6833062"/>
                  </a:lnTo>
                  <a:close/>
                </a:path>
              </a:pathLst>
            </a:custGeom>
            <a:blipFill rotWithShape="1">
              <a:blip r:embed="rId3">
                <a:alphaModFix amt="19999"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2820716" y="40139"/>
            <a:ext cx="5325924" cy="1885665"/>
          </a:xfrm>
          <a:custGeom>
            <a:avLst/>
            <a:gdLst/>
            <a:ahLst/>
            <a:cxnLst/>
            <a:rect l="l" t="t" r="r" b="b"/>
            <a:pathLst>
              <a:path w="5325924" h="1885665" extrusionOk="0">
                <a:moveTo>
                  <a:pt x="0" y="0"/>
                </a:moveTo>
                <a:lnTo>
                  <a:pt x="5325925" y="0"/>
                </a:lnTo>
                <a:lnTo>
                  <a:pt x="5325925" y="1885665"/>
                </a:lnTo>
                <a:lnTo>
                  <a:pt x="0" y="1885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3154351"/>
            <a:ext cx="16230600" cy="247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 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42987" y="5892811"/>
            <a:ext cx="16230600" cy="170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lang="en-US" sz="9999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Presentation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10340178" y="0"/>
            <a:ext cx="10287000" cy="10268296"/>
            <a:chOff x="0" y="0"/>
            <a:chExt cx="13716000" cy="13691062"/>
          </a:xfrm>
        </p:grpSpPr>
        <p:sp>
          <p:nvSpPr>
            <p:cNvPr id="96" name="Google Shape;96;p2"/>
            <p:cNvSpPr/>
            <p:nvPr/>
          </p:nvSpPr>
          <p:spPr>
            <a:xfrm>
              <a:off x="0" y="6858000"/>
              <a:ext cx="13716000" cy="6833062"/>
            </a:xfrm>
            <a:custGeom>
              <a:avLst/>
              <a:gdLst/>
              <a:ahLst/>
              <a:cxnLst/>
              <a:rect l="l" t="t" r="r" b="b"/>
              <a:pathLst>
                <a:path w="13716000" h="6833062" extrusionOk="0">
                  <a:moveTo>
                    <a:pt x="13716000" y="6833062"/>
                  </a:moveTo>
                  <a:lnTo>
                    <a:pt x="0" y="6833062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6833062"/>
                  </a:lnTo>
                  <a:close/>
                </a:path>
              </a:pathLst>
            </a:custGeom>
            <a:blipFill rotWithShape="1">
              <a:blip r:embed="rId3">
                <a:alphaModFix amt="19999"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0"/>
              <a:ext cx="13716000" cy="6833062"/>
            </a:xfrm>
            <a:custGeom>
              <a:avLst/>
              <a:gdLst/>
              <a:ahLst/>
              <a:cxnLst/>
              <a:rect l="l" t="t" r="r" b="b"/>
              <a:pathLst>
                <a:path w="13716000" h="6833062" extrusionOk="0">
                  <a:moveTo>
                    <a:pt x="13716000" y="6833062"/>
                  </a:moveTo>
                  <a:lnTo>
                    <a:pt x="0" y="6833062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6833062"/>
                  </a:lnTo>
                  <a:close/>
                </a:path>
              </a:pathLst>
            </a:custGeom>
            <a:blipFill rotWithShape="1">
              <a:blip r:embed="rId3">
                <a:alphaModFix amt="19999"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28700" y="1740551"/>
            <a:ext cx="16080908" cy="487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lang="en-US" sz="96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IntegrityX</a:t>
            </a:r>
            <a:r>
              <a:rPr lang="en-US" sz="9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Financial Document Integrity System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 descr="A black background with white text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15609" t="29934" r="16708" b="44852"/>
          <a:stretch/>
        </p:blipFill>
        <p:spPr>
          <a:xfrm>
            <a:off x="13974933" y="468449"/>
            <a:ext cx="4313067" cy="16067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;p4">
            <a:extLst>
              <a:ext uri="{FF2B5EF4-FFF2-40B4-BE49-F238E27FC236}">
                <a16:creationId xmlns:a16="http://schemas.microsoft.com/office/drawing/2014/main" id="{9FAAC76C-9F07-A9EE-B64A-CFEA2A744AC2}"/>
              </a:ext>
            </a:extLst>
          </p:cNvPr>
          <p:cNvSpPr txBox="1"/>
          <p:nvPr/>
        </p:nvSpPr>
        <p:spPr>
          <a:xfrm>
            <a:off x="1028700" y="6350212"/>
            <a:ext cx="1468062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4"/>
              </a:lnSpc>
              <a:buSzPts val="2799"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name: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IntegrityX</a:t>
            </a:r>
            <a:endParaRPr lang="en-US" sz="4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0014"/>
              </a:lnSpc>
              <a:buSzPts val="2799"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members (names &amp; roles): DharmpratapSingh Vaghela</a:t>
            </a:r>
            <a:br>
              <a:rPr lang="en-US" sz="4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Manasa</a:t>
            </a:r>
            <a:endParaRPr lang="en-US"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144000" y="1028700"/>
            <a:ext cx="10550769" cy="8229600"/>
          </a:xfrm>
          <a:custGeom>
            <a:avLst/>
            <a:gdLst/>
            <a:ahLst/>
            <a:cxnLst/>
            <a:rect l="l" t="t" r="r" b="b"/>
            <a:pathLst>
              <a:path w="10550769" h="8229600" extrusionOk="0">
                <a:moveTo>
                  <a:pt x="0" y="0"/>
                </a:moveTo>
                <a:lnTo>
                  <a:pt x="10550769" y="0"/>
                </a:lnTo>
                <a:lnTo>
                  <a:pt x="1055076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999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1028700" y="5972080"/>
            <a:ext cx="16099500" cy="180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problem are you trying to solve?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is this problem important?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Brief background or context of the use case</a:t>
            </a:r>
          </a:p>
        </p:txBody>
      </p:sp>
      <p:sp>
        <p:nvSpPr>
          <p:cNvPr id="116" name="Google Shape;116;p5"/>
          <p:cNvSpPr txBox="1"/>
          <p:nvPr/>
        </p:nvSpPr>
        <p:spPr>
          <a:xfrm>
            <a:off x="1028700" y="1066800"/>
            <a:ext cx="11972943" cy="44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14500"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5" descr="A black background with white text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15609" t="29934" r="16708" b="44852"/>
          <a:stretch/>
        </p:blipFill>
        <p:spPr>
          <a:xfrm>
            <a:off x="13974933" y="468449"/>
            <a:ext cx="4313067" cy="1606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3257273" y="-647700"/>
            <a:ext cx="11773453" cy="11773453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0000">
              <a:alpha val="431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1028700" y="1028700"/>
            <a:ext cx="14243384" cy="490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 Overview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028700" y="6195262"/>
            <a:ext cx="14680628" cy="241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Describe your proposed solution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 or components of your approach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technologies, or methods used</a:t>
            </a:r>
          </a:p>
          <a:p>
            <a:pPr>
              <a:lnSpc>
                <a:spcPct val="140014"/>
              </a:lnSpc>
              <a:buSzPts val="2799"/>
            </a:pPr>
            <a:endParaRPr lang="en-US" sz="2799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6" descr="A black background with white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5609" t="29934" r="16708" b="44852"/>
          <a:stretch/>
        </p:blipFill>
        <p:spPr>
          <a:xfrm>
            <a:off x="13974933" y="468449"/>
            <a:ext cx="4313067" cy="1606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121">
          <a:extLst>
            <a:ext uri="{FF2B5EF4-FFF2-40B4-BE49-F238E27FC236}">
              <a16:creationId xmlns:a16="http://schemas.microsoft.com/office/drawing/2014/main" id="{7431583F-0E99-B845-9658-A82C046F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>
            <a:extLst>
              <a:ext uri="{FF2B5EF4-FFF2-40B4-BE49-F238E27FC236}">
                <a16:creationId xmlns:a16="http://schemas.microsoft.com/office/drawing/2014/main" id="{1AB666D6-6767-96B8-A340-CF92F1C1DF4B}"/>
              </a:ext>
            </a:extLst>
          </p:cNvPr>
          <p:cNvSpPr/>
          <p:nvPr/>
        </p:nvSpPr>
        <p:spPr>
          <a:xfrm>
            <a:off x="3257273" y="-647700"/>
            <a:ext cx="11773453" cy="11773453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0000">
              <a:alpha val="431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>
            <a:extLst>
              <a:ext uri="{FF2B5EF4-FFF2-40B4-BE49-F238E27FC236}">
                <a16:creationId xmlns:a16="http://schemas.microsoft.com/office/drawing/2014/main" id="{6E0A01BC-5300-B966-02AA-0FC140A5339E}"/>
              </a:ext>
            </a:extLst>
          </p:cNvPr>
          <p:cNvSpPr txBox="1"/>
          <p:nvPr/>
        </p:nvSpPr>
        <p:spPr>
          <a:xfrm>
            <a:off x="1028700" y="1028700"/>
            <a:ext cx="15597978" cy="490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 Dive / Technical Details</a:t>
            </a:r>
          </a:p>
        </p:txBody>
      </p:sp>
      <p:sp>
        <p:nvSpPr>
          <p:cNvPr id="124" name="Google Shape;124;p6">
            <a:extLst>
              <a:ext uri="{FF2B5EF4-FFF2-40B4-BE49-F238E27FC236}">
                <a16:creationId xmlns:a16="http://schemas.microsoft.com/office/drawing/2014/main" id="{B4969E2C-BBA4-13B7-DFF5-60333912AA5C}"/>
              </a:ext>
            </a:extLst>
          </p:cNvPr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>
            <a:extLst>
              <a:ext uri="{FF2B5EF4-FFF2-40B4-BE49-F238E27FC236}">
                <a16:creationId xmlns:a16="http://schemas.microsoft.com/office/drawing/2014/main" id="{902AED03-78DC-A64B-AB26-B0DDA62626F6}"/>
              </a:ext>
            </a:extLst>
          </p:cNvPr>
          <p:cNvSpPr txBox="1"/>
          <p:nvPr/>
        </p:nvSpPr>
        <p:spPr>
          <a:xfrm>
            <a:off x="1028700" y="6195262"/>
            <a:ext cx="14680628" cy="241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or workflow diagram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Algorithms, models, or frameworks used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Challenges faced and how you solved them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Any key insights, data analysis, or evaluation metrics</a:t>
            </a:r>
          </a:p>
        </p:txBody>
      </p:sp>
      <p:pic>
        <p:nvPicPr>
          <p:cNvPr id="126" name="Google Shape;126;p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1A99891-B840-37BA-904B-C779480123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609" t="29934" r="16708" b="44852"/>
          <a:stretch/>
        </p:blipFill>
        <p:spPr>
          <a:xfrm>
            <a:off x="13974933" y="468449"/>
            <a:ext cx="4313067" cy="1606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6965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121">
          <a:extLst>
            <a:ext uri="{FF2B5EF4-FFF2-40B4-BE49-F238E27FC236}">
              <a16:creationId xmlns:a16="http://schemas.microsoft.com/office/drawing/2014/main" id="{2698506F-6F46-BE4E-D1D5-E82B8AC4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>
            <a:extLst>
              <a:ext uri="{FF2B5EF4-FFF2-40B4-BE49-F238E27FC236}">
                <a16:creationId xmlns:a16="http://schemas.microsoft.com/office/drawing/2014/main" id="{AA632676-3C39-087B-4B77-8CC6FA22F2CF}"/>
              </a:ext>
            </a:extLst>
          </p:cNvPr>
          <p:cNvSpPr/>
          <p:nvPr/>
        </p:nvSpPr>
        <p:spPr>
          <a:xfrm>
            <a:off x="3257273" y="-647700"/>
            <a:ext cx="11773453" cy="11773453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0000">
              <a:alpha val="431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>
            <a:extLst>
              <a:ext uri="{FF2B5EF4-FFF2-40B4-BE49-F238E27FC236}">
                <a16:creationId xmlns:a16="http://schemas.microsoft.com/office/drawing/2014/main" id="{5543FEB8-C9A3-CFE8-3CDC-5891FAAF82D9}"/>
              </a:ext>
            </a:extLst>
          </p:cNvPr>
          <p:cNvSpPr txBox="1"/>
          <p:nvPr/>
        </p:nvSpPr>
        <p:spPr>
          <a:xfrm>
            <a:off x="1028700" y="1028700"/>
            <a:ext cx="15597978" cy="490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0"/>
              <a:buFont typeface="Arial"/>
              <a:buNone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 Dive / Technical Details</a:t>
            </a:r>
          </a:p>
        </p:txBody>
      </p:sp>
      <p:sp>
        <p:nvSpPr>
          <p:cNvPr id="124" name="Google Shape;124;p6">
            <a:extLst>
              <a:ext uri="{FF2B5EF4-FFF2-40B4-BE49-F238E27FC236}">
                <a16:creationId xmlns:a16="http://schemas.microsoft.com/office/drawing/2014/main" id="{0B363FDB-ED99-3733-73CA-1F3D00D1F72F}"/>
              </a:ext>
            </a:extLst>
          </p:cNvPr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>
            <a:extLst>
              <a:ext uri="{FF2B5EF4-FFF2-40B4-BE49-F238E27FC236}">
                <a16:creationId xmlns:a16="http://schemas.microsoft.com/office/drawing/2014/main" id="{4A3A7A4C-BA7A-C1BD-821B-9C1B29702D3D}"/>
              </a:ext>
            </a:extLst>
          </p:cNvPr>
          <p:cNvSpPr txBox="1"/>
          <p:nvPr/>
        </p:nvSpPr>
        <p:spPr>
          <a:xfrm>
            <a:off x="1028700" y="6195262"/>
            <a:ext cx="14680628" cy="241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or workflow diagram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Algorithms, models, or frameworks used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Challenges faced and how you solved them</a:t>
            </a:r>
          </a:p>
          <a:p>
            <a:pPr>
              <a:lnSpc>
                <a:spcPct val="140014"/>
              </a:lnSpc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Any key insights, data analysis, or evaluation metrics</a:t>
            </a:r>
          </a:p>
        </p:txBody>
      </p:sp>
      <p:pic>
        <p:nvPicPr>
          <p:cNvPr id="126" name="Google Shape;126;p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21C3EB8-F260-B7BE-F737-E0BF9C6FA7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609" t="29934" r="16708" b="44852"/>
          <a:stretch/>
        </p:blipFill>
        <p:spPr>
          <a:xfrm>
            <a:off x="13974933" y="468449"/>
            <a:ext cx="4313067" cy="1606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19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6643163" y="2727066"/>
            <a:ext cx="5001675" cy="4832868"/>
          </a:xfrm>
          <a:custGeom>
            <a:avLst/>
            <a:gdLst/>
            <a:ahLst/>
            <a:cxnLst/>
            <a:rect l="l" t="t" r="r" b="b"/>
            <a:pathLst>
              <a:path w="5001675" h="4832868" extrusionOk="0">
                <a:moveTo>
                  <a:pt x="0" y="0"/>
                </a:moveTo>
                <a:lnTo>
                  <a:pt x="5001674" y="0"/>
                </a:lnTo>
                <a:lnTo>
                  <a:pt x="5001674" y="4832868"/>
                </a:lnTo>
                <a:lnTo>
                  <a:pt x="0" y="4832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1028700" y="1581150"/>
            <a:ext cx="16230600" cy="401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14500"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 Output / Demo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028700" y="5946405"/>
            <a:ext cx="12747000" cy="124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02259" marR="0" lvl="1" algn="l" rtl="0">
              <a:lnSpc>
                <a:spcPct val="145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Screenshots, visuals, or demo video of your application</a:t>
            </a:r>
          </a:p>
          <a:p>
            <a:pPr marL="302259" marR="0" lvl="1" algn="l" rtl="0">
              <a:lnSpc>
                <a:spcPct val="145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Highlight main functionalities or results achieved</a:t>
            </a:r>
          </a:p>
        </p:txBody>
      </p:sp>
      <p:sp>
        <p:nvSpPr>
          <p:cNvPr id="161" name="Google Shape;161;p9"/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 black background with white text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15609" t="29934" r="16708" b="44852"/>
          <a:stretch/>
        </p:blipFill>
        <p:spPr>
          <a:xfrm>
            <a:off x="13974933" y="162624"/>
            <a:ext cx="4313066" cy="1606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A0D9DFD1-0185-D30D-765E-135784E7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>
            <a:extLst>
              <a:ext uri="{FF2B5EF4-FFF2-40B4-BE49-F238E27FC236}">
                <a16:creationId xmlns:a16="http://schemas.microsoft.com/office/drawing/2014/main" id="{BE12B87C-4002-5E5D-A9FE-A660FB0D3844}"/>
              </a:ext>
            </a:extLst>
          </p:cNvPr>
          <p:cNvSpPr/>
          <p:nvPr/>
        </p:nvSpPr>
        <p:spPr>
          <a:xfrm>
            <a:off x="6643163" y="2727066"/>
            <a:ext cx="5001675" cy="4832868"/>
          </a:xfrm>
          <a:custGeom>
            <a:avLst/>
            <a:gdLst/>
            <a:ahLst/>
            <a:cxnLst/>
            <a:rect l="l" t="t" r="r" b="b"/>
            <a:pathLst>
              <a:path w="5001675" h="4832868" extrusionOk="0">
                <a:moveTo>
                  <a:pt x="0" y="0"/>
                </a:moveTo>
                <a:lnTo>
                  <a:pt x="5001674" y="0"/>
                </a:lnTo>
                <a:lnTo>
                  <a:pt x="5001674" y="4832868"/>
                </a:lnTo>
                <a:lnTo>
                  <a:pt x="0" y="4832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>
            <a:extLst>
              <a:ext uri="{FF2B5EF4-FFF2-40B4-BE49-F238E27FC236}">
                <a16:creationId xmlns:a16="http://schemas.microsoft.com/office/drawing/2014/main" id="{EDE537FE-84F0-7A48-8D60-583D365B321F}"/>
              </a:ext>
            </a:extLst>
          </p:cNvPr>
          <p:cNvSpPr txBox="1"/>
          <p:nvPr/>
        </p:nvSpPr>
        <p:spPr>
          <a:xfrm>
            <a:off x="1028700" y="1581150"/>
            <a:ext cx="16230600" cy="401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14500"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References &amp; Credits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BCDE9F8A-2E81-0DFC-B3C8-B3CB804D465D}"/>
              </a:ext>
            </a:extLst>
          </p:cNvPr>
          <p:cNvSpPr txBox="1"/>
          <p:nvPr/>
        </p:nvSpPr>
        <p:spPr>
          <a:xfrm>
            <a:off x="1028700" y="5946405"/>
            <a:ext cx="12747000" cy="249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02259" marR="0" lvl="1" algn="l" rtl="0">
              <a:lnSpc>
                <a:spcPct val="145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/ Project / Prototype links</a:t>
            </a:r>
          </a:p>
          <a:p>
            <a:pPr marL="302259" lvl="1">
              <a:lnSpc>
                <a:spcPct val="145016"/>
              </a:lnSpc>
              <a:buClr>
                <a:srgbClr val="FFFFFF"/>
              </a:buClr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Any additional resources or repositories</a:t>
            </a:r>
          </a:p>
          <a:p>
            <a:pPr marL="302259" lvl="1">
              <a:lnSpc>
                <a:spcPct val="145016"/>
              </a:lnSpc>
              <a:buClr>
                <a:srgbClr val="FFFFFF"/>
              </a:buClr>
              <a:buSzPts val="2799"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Acknowledge your mentor(s) or anyone who supported your project</a:t>
            </a:r>
          </a:p>
          <a:p>
            <a:pPr marL="302259" lvl="1">
              <a:lnSpc>
                <a:spcPct val="145016"/>
              </a:lnSpc>
              <a:buClr>
                <a:srgbClr val="FFFFFF"/>
              </a:buClr>
              <a:buSzPts val="2799"/>
            </a:pPr>
            <a:endParaRPr lang="en-US" sz="2799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>
            <a:extLst>
              <a:ext uri="{FF2B5EF4-FFF2-40B4-BE49-F238E27FC236}">
                <a16:creationId xmlns:a16="http://schemas.microsoft.com/office/drawing/2014/main" id="{FDC81618-1FAC-9897-B83C-A3179F4121EA}"/>
              </a:ext>
            </a:extLst>
          </p:cNvPr>
          <p:cNvSpPr/>
          <p:nvPr/>
        </p:nvSpPr>
        <p:spPr>
          <a:xfrm>
            <a:off x="16626678" y="9258300"/>
            <a:ext cx="632622" cy="293306"/>
          </a:xfrm>
          <a:custGeom>
            <a:avLst/>
            <a:gdLst/>
            <a:ahLst/>
            <a:cxnLst/>
            <a:rect l="l" t="t" r="r" b="b"/>
            <a:pathLst>
              <a:path w="632622" h="293306" extrusionOk="0">
                <a:moveTo>
                  <a:pt x="0" y="0"/>
                </a:moveTo>
                <a:lnTo>
                  <a:pt x="632622" y="0"/>
                </a:lnTo>
                <a:lnTo>
                  <a:pt x="632622" y="293306"/>
                </a:lnTo>
                <a:lnTo>
                  <a:pt x="0" y="293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13E6715-0D20-D3EB-A0B8-FC58A88A575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5609" t="29934" r="16708" b="44852"/>
          <a:stretch/>
        </p:blipFill>
        <p:spPr>
          <a:xfrm>
            <a:off x="13974933" y="162624"/>
            <a:ext cx="4313066" cy="16067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139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E59"/>
        </a:solid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C1FA4558-35A2-DC25-7461-46008CC9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>
            <a:extLst>
              <a:ext uri="{FF2B5EF4-FFF2-40B4-BE49-F238E27FC236}">
                <a16:creationId xmlns:a16="http://schemas.microsoft.com/office/drawing/2014/main" id="{35971845-1CE8-08EE-1DAD-13D640E9EB1C}"/>
              </a:ext>
            </a:extLst>
          </p:cNvPr>
          <p:cNvSpPr/>
          <p:nvPr/>
        </p:nvSpPr>
        <p:spPr>
          <a:xfrm>
            <a:off x="6643163" y="2727066"/>
            <a:ext cx="5001675" cy="4832868"/>
          </a:xfrm>
          <a:custGeom>
            <a:avLst/>
            <a:gdLst/>
            <a:ahLst/>
            <a:cxnLst/>
            <a:rect l="l" t="t" r="r" b="b"/>
            <a:pathLst>
              <a:path w="5001675" h="4832868" extrusionOk="0">
                <a:moveTo>
                  <a:pt x="0" y="0"/>
                </a:moveTo>
                <a:lnTo>
                  <a:pt x="5001674" y="0"/>
                </a:lnTo>
                <a:lnTo>
                  <a:pt x="5001674" y="4832868"/>
                </a:lnTo>
                <a:lnTo>
                  <a:pt x="0" y="4832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>
            <a:extLst>
              <a:ext uri="{FF2B5EF4-FFF2-40B4-BE49-F238E27FC236}">
                <a16:creationId xmlns:a16="http://schemas.microsoft.com/office/drawing/2014/main" id="{DB4BD587-B7C3-BB5F-988B-A5FFFE863CCC}"/>
              </a:ext>
            </a:extLst>
          </p:cNvPr>
          <p:cNvSpPr txBox="1"/>
          <p:nvPr/>
        </p:nvSpPr>
        <p:spPr>
          <a:xfrm>
            <a:off x="1028700" y="3543450"/>
            <a:ext cx="16230600" cy="401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buSzPts val="14500"/>
            </a:pPr>
            <a:r>
              <a:rPr lang="en-US" sz="1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E75DC25-8196-2EEF-945A-C9C5CF65A8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609" t="29934" r="16708" b="44852"/>
          <a:stretch/>
        </p:blipFill>
        <p:spPr>
          <a:xfrm>
            <a:off x="13974933" y="162624"/>
            <a:ext cx="4313066" cy="16067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7931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183</Words>
  <Application>Microsoft Macintosh PowerPoint</Application>
  <PresentationFormat>Custom</PresentationFormat>
  <Paragraphs>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Dharmpratapsingh Arunodaysingh Vaghela</cp:lastModifiedBy>
  <cp:revision>4</cp:revision>
  <dcterms:created xsi:type="dcterms:W3CDTF">2006-08-16T00:00:00Z</dcterms:created>
  <dcterms:modified xsi:type="dcterms:W3CDTF">2025-11-03T20:09:53Z</dcterms:modified>
</cp:coreProperties>
</file>